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5" r:id="rId9"/>
    <p:sldId id="262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3048" autoAdjust="0"/>
  </p:normalViewPr>
  <p:slideViewPr>
    <p:cSldViewPr snapToGrid="0">
      <p:cViewPr varScale="1">
        <p:scale>
          <a:sx n="68" d="100"/>
          <a:sy n="68" d="100"/>
        </p:scale>
        <p:origin x="123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258335-2F99-48DA-8E21-04E3766177C1}" type="datetimeFigureOut">
              <a:rPr lang="en-US" smtClean="0"/>
              <a:t>7/26/2024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541A40-4C8C-4ADA-B2E0-E00F99562D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9572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541A40-4C8C-4ADA-B2E0-E00F99562D7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3221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תבקש מהקהל להסתכל מהטלפון שלהם כבוי ולדמיין תמונה של סוס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541A40-4C8C-4ADA-B2E0-E00F99562D7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3881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כאן אתה מתחיל לעורר בהם קצת יותר </a:t>
            </a:r>
            <a:r>
              <a:rPr lang="he-IL" dirty="0" err="1"/>
              <a:t>מתח,עניין</a:t>
            </a:r>
            <a:r>
              <a:rPr lang="he-IL" dirty="0"/>
              <a:t>, תתחיל לדבר על הבעיה האמיתית.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541A40-4C8C-4ADA-B2E0-E00F99562D7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8709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הסיכויים לכך שזה היה משפיע עלינו, נפשית, בצורה גבוהה היא נמוכה.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dirty="0"/>
              <a:t>ילדים, אנשים עם סיכוי להתעוררות של מחלות נפשיות וגם אנשים שלא עושה להם טוב להסתכל על מדיה בעלת תוכן גרפי מרתיע, הם קבוצות שלא היו רוצים לקבל תוכן שכזה.</a:t>
            </a:r>
            <a:endParaRPr lang="en-US" dirty="0"/>
          </a:p>
          <a:p>
            <a:r>
              <a:rPr lang="he-IL" dirty="0"/>
              <a:t>דבר על 47 דקות בשביעי באוקטובר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541A40-4C8C-4ADA-B2E0-E00F99562D7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3457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תתחיל להסביר על </a:t>
            </a:r>
            <a:r>
              <a:rPr lang="en-US" dirty="0"/>
              <a:t>TF</a:t>
            </a:r>
            <a:endParaRPr lang="he-IL" dirty="0"/>
          </a:p>
          <a:p>
            <a:r>
              <a:rPr lang="he-IL" dirty="0"/>
              <a:t>היא חוסמת את הגישה לתמונות פוגעניות, לילדים שלנו לכאלה שאנחנו רוצים לשמור עליהם.</a:t>
            </a:r>
          </a:p>
          <a:p>
            <a:r>
              <a:rPr lang="he-IL" dirty="0"/>
              <a:t>שמה ריבוע שחור על תמונה או סרטון אחרי סריקת מסך!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541A40-4C8C-4ADA-B2E0-E00F99562D7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5332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אנחנו רוצים בתוך הטלפון של הלקוח לחסום את התמונות, בלי קשר </a:t>
            </a:r>
            <a:r>
              <a:rPr lang="he-IL" dirty="0" err="1"/>
              <a:t>לפייסבוק</a:t>
            </a:r>
            <a:r>
              <a:rPr lang="he-IL" dirty="0"/>
              <a:t> </a:t>
            </a:r>
            <a:r>
              <a:rPr lang="he-IL" dirty="0" err="1"/>
              <a:t>אינסטגרם</a:t>
            </a:r>
            <a:endParaRPr lang="he-IL" dirty="0"/>
          </a:p>
          <a:p>
            <a:r>
              <a:rPr lang="he-IL" dirty="0"/>
              <a:t>לסרוק בזמן אמת תמונות, לעבד ולהגיד יש לי פה תמונה או סרטון שכדאי שלא אראה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541A40-4C8C-4ADA-B2E0-E00F99562D7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8373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541A40-4C8C-4ADA-B2E0-E00F99562D7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7564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F8CDE-4359-041D-D66B-7FA9E8BA20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435A25-D1D4-E662-A2C6-77CD416B8A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58AE10-BB3A-A2C2-5159-7512874EE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6AF95-ABCB-46CB-ACE2-803E8978EEF0}" type="datetimeFigureOut">
              <a:rPr lang="en-US" smtClean="0"/>
              <a:t>7/26/2024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73CE6-EA61-5B36-B3CA-1009FC401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D3D4A8-058F-00D0-544B-FF19185A7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D3E22-204D-4CE2-96AB-E8922D154E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1598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3723F-D9D3-4DF6-2795-91403905E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D7FDFC-240E-874A-1DD9-5D42F2910A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D5D9C1-5951-1D06-69C0-F05471C8C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6AF95-ABCB-46CB-ACE2-803E8978EEF0}" type="datetimeFigureOut">
              <a:rPr lang="en-US" smtClean="0"/>
              <a:t>7/26/2024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E59650-AF4E-E6D4-79B3-216333648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DBFAA9-D281-D08C-5259-94D8F2179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D3E22-204D-4CE2-96AB-E8922D154E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632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B1DDD-E15F-EE74-7513-9A7327F2E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EF8888-FAAA-D808-EFB2-4140B59BEA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080B6A-8928-2104-AF56-329EC0A77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6AF95-ABCB-46CB-ACE2-803E8978EEF0}" type="datetimeFigureOut">
              <a:rPr lang="en-US" smtClean="0"/>
              <a:t>7/26/2024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0817F9-70C4-CF46-72AE-1E2FA5816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D5013B-7A59-ED42-43C0-2E0921C33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D3E22-204D-4CE2-96AB-E8922D154E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547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8614E-E338-E61B-D80F-D6EF6E0D2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0BF792-7399-CC3F-200F-63ACC8B3AE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33480D-BEB8-85DA-27B9-9AB1DDF509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563F0C-EFAD-9FA1-6766-627568DCB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6AF95-ABCB-46CB-ACE2-803E8978EEF0}" type="datetimeFigureOut">
              <a:rPr lang="en-US" smtClean="0"/>
              <a:t>7/26/2024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B28F33-B9C5-419C-7F58-78363A096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D4486E-3A8C-6FF0-A02A-01074A9AF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D3E22-204D-4CE2-96AB-E8922D154E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6172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3D5F6-273F-C6E9-D6CE-8BF9CD35C0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113F42-4217-F05F-491F-F91D1A1838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35DBFA-A4BB-3C32-AAF5-92B69CF506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68619-A68D-AA08-3531-D8C5F2F5DE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E3A950-9185-B425-5320-958CB7723D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384359-3FB7-F33C-6F0A-F6D19EB1F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6AF95-ABCB-46CB-ACE2-803E8978EEF0}" type="datetimeFigureOut">
              <a:rPr lang="en-US" smtClean="0"/>
              <a:t>7/26/2024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DF0E52-B39F-650A-4AE9-33192B5DB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8B317F-75AE-ADF0-524E-797DBDD1C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D3E22-204D-4CE2-96AB-E8922D154E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2529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DA79B-7A55-4CA1-D800-EA199765B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FDEC25-B435-B62B-FF18-FFA4E254A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6AF95-ABCB-46CB-ACE2-803E8978EEF0}" type="datetimeFigureOut">
              <a:rPr lang="en-US" smtClean="0"/>
              <a:t>7/26/2024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ABB868-F84D-A74F-A6B9-E4E364AF0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B80603-8470-A6D9-0C65-8FD7B276D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D3E22-204D-4CE2-96AB-E8922D154E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9171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59631B-3676-D906-D332-DC85BC48E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6AF95-ABCB-46CB-ACE2-803E8978EEF0}" type="datetimeFigureOut">
              <a:rPr lang="en-US" smtClean="0"/>
              <a:t>7/26/2024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44701C-0C44-28EC-8FA4-AAA4721AD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391822-3AA0-B406-B223-D4B92065E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D3E22-204D-4CE2-96AB-E8922D154E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465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380FC-4025-6F74-0BD0-4E76F95A4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179338-5759-27FE-5AAF-D49BA5A4EF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E20C58-0F36-7BA7-37F8-F2EB6EB6E6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6D8653-AF55-7EA5-B4BE-C3CF81B77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6AF95-ABCB-46CB-ACE2-803E8978EEF0}" type="datetimeFigureOut">
              <a:rPr lang="en-US" smtClean="0"/>
              <a:t>7/26/2024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7E40FE-3F1E-3857-355D-B6727A725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71FC63-FC0D-F7A9-FE51-9E373F6C0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D3E22-204D-4CE2-96AB-E8922D154E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197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6333C-9943-A27B-78BD-106323559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213DD0-4533-116D-436A-660B4180AE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85B2F6-3243-85F1-7EA6-C6B42C390D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ECBBA5-47FC-02BF-DA26-F3276B2A2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6AF95-ABCB-46CB-ACE2-803E8978EEF0}" type="datetimeFigureOut">
              <a:rPr lang="en-US" smtClean="0"/>
              <a:t>7/26/2024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99B12A-C890-5618-4C0D-D05F29476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9DE945-7013-3181-408A-C431EAA1A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D3E22-204D-4CE2-96AB-E8922D154E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609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CE7D7-8245-36CD-9B89-643FB7AA3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7B1A5B-31E8-9F0E-5D2A-8591CCF8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B57163-C9C3-F6D3-05CD-A61BE0806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6AF95-ABCB-46CB-ACE2-803E8978EEF0}" type="datetimeFigureOut">
              <a:rPr lang="en-US" smtClean="0"/>
              <a:t>7/26/2024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B6F4C5-1E19-7E8F-DA73-14DC82AD7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0BD5CD-5813-55C5-5C88-40C80BEA3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D3E22-204D-4CE2-96AB-E8922D154E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459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500C8A-E603-6179-DE6A-7CAB95AFCC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036174-5020-BB06-460A-7365E6814E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3AABBF-65B0-868C-763F-2E41E1346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6AF95-ABCB-46CB-ACE2-803E8978EEF0}" type="datetimeFigureOut">
              <a:rPr lang="en-US" smtClean="0"/>
              <a:t>7/26/2024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2AD454-809B-20CF-4C27-8DAF771FE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6C26CC-C843-4D59-6E65-BA5A68238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D3E22-204D-4CE2-96AB-E8922D154E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017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23000"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D477BAF-3987-435B-12AB-9CF3DA41C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C1C499-68E3-DADB-359E-448566814E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FCFD97-42BE-C6D4-2409-98AF839799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76AF95-ABCB-46CB-ACE2-803E8978EEF0}" type="datetimeFigureOut">
              <a:rPr lang="en-US" smtClean="0"/>
              <a:t>7/26/2024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2CAF9D-BD68-22C5-19D6-7F9956474C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E11114-EED5-1BFB-0AFD-2DC12F112B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6D3E22-204D-4CE2-96AB-E8922D154E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4345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cooperandgracie.com/blogs/infos/how-long-do-horses-live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314D791-4D8A-4854-B8FC-6959656D09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5076E76-3EB3-4269-8135-07CAB20E5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1ACFE7-A831-706D-A641-6110D5016E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26279" y="1741337"/>
            <a:ext cx="6739136" cy="2387918"/>
          </a:xfrm>
        </p:spPr>
        <p:txBody>
          <a:bodyPr anchor="b">
            <a:normAutofit/>
          </a:bodyPr>
          <a:lstStyle/>
          <a:p>
            <a:r>
              <a:rPr lang="en-US" sz="5200" dirty="0">
                <a:solidFill>
                  <a:schemeClr val="tx2"/>
                </a:solidFill>
                <a:latin typeface="+mn-lt"/>
              </a:rPr>
              <a:t>Trigger Filter TF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F89A5E-66C3-8B2F-D735-7DC08FBCAF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25505" y="4200522"/>
            <a:ext cx="6740685" cy="682079"/>
          </a:xfrm>
        </p:spPr>
        <p:txBody>
          <a:bodyPr>
            <a:noAutofit/>
          </a:bodyPr>
          <a:lstStyle/>
          <a:p>
            <a:r>
              <a:rPr lang="he-IL" dirty="0">
                <a:solidFill>
                  <a:schemeClr val="tx2"/>
                </a:solidFill>
              </a:rPr>
              <a:t>מצגת צוות 19</a:t>
            </a:r>
          </a:p>
          <a:p>
            <a:r>
              <a:rPr lang="he-IL" dirty="0">
                <a:solidFill>
                  <a:schemeClr val="tx2"/>
                </a:solidFill>
              </a:rPr>
              <a:t>חברי הצוות: אבנר </a:t>
            </a:r>
            <a:r>
              <a:rPr lang="he-IL" dirty="0" err="1">
                <a:solidFill>
                  <a:schemeClr val="tx2"/>
                </a:solidFill>
              </a:rPr>
              <a:t>פייבלוביץ</a:t>
            </a:r>
            <a:r>
              <a:rPr lang="he-IL" dirty="0">
                <a:solidFill>
                  <a:schemeClr val="tx2"/>
                </a:solidFill>
              </a:rPr>
              <a:t>', בועז </a:t>
            </a:r>
            <a:r>
              <a:rPr lang="he-IL" dirty="0" err="1">
                <a:solidFill>
                  <a:schemeClr val="tx2"/>
                </a:solidFill>
              </a:rPr>
              <a:t>יעקובוב</a:t>
            </a:r>
            <a:r>
              <a:rPr lang="he-IL" dirty="0">
                <a:solidFill>
                  <a:schemeClr val="tx2"/>
                </a:solidFill>
              </a:rPr>
              <a:t>, יאיר חן </a:t>
            </a:r>
            <a:r>
              <a:rPr lang="he-IL" dirty="0" err="1">
                <a:solidFill>
                  <a:schemeClr val="tx2"/>
                </a:solidFill>
              </a:rPr>
              <a:t>זביטא</a:t>
            </a:r>
            <a:endParaRPr lang="en-US" dirty="0">
              <a:solidFill>
                <a:schemeClr val="tx2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EB3C7E5-50E1-4F9E-AEA3-A6D2190394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305" y="0"/>
            <a:ext cx="5163047" cy="3153018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80233B5C-C5A9-48C0-8C07-21E6F6B360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0F3AF96-AAC1-41E3-9F66-0A6277845D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5DF38A98-557F-4C23-935A-42806B67AA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8ACEB13D-EBFC-4288-B604-572C2F779A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988F9A4-0578-4C59-8B4A-346E02CF3A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9262397" y="3928396"/>
            <a:ext cx="3142400" cy="2716805"/>
            <a:chOff x="-305" y="-4155"/>
            <a:chExt cx="2514948" cy="2174333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63F827B-FA00-442A-A09C-806F1FFA34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C876680-EE75-4791-842F-E23509221D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3B9819B2-70D4-4E0A-8D51-6B359B44CB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FA8033D-6A70-4FA5-8F37-7F8C117C98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0858266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5144D-7E9A-3F4F-410F-FD9FD70EB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lang="he-IL" dirty="0">
                <a:solidFill>
                  <a:schemeClr val="tx2"/>
                </a:solidFill>
                <a:latin typeface="Baskerville Old Face" panose="02020602080505020303" pitchFamily="18" charset="0"/>
              </a:rPr>
              <a:t>שאלה: האם כולם בסדר עם סוסים במסך שלהם?</a:t>
            </a:r>
            <a:endParaRPr lang="en-US" dirty="0">
              <a:solidFill>
                <a:schemeClr val="tx2"/>
              </a:solidFill>
              <a:latin typeface="Baskerville Old Face" panose="02020602080505020303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FC64718-CE4C-7299-CBA6-F6ED6BABB7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3924" y="1825625"/>
            <a:ext cx="7764151" cy="4351338"/>
          </a:xfrm>
        </p:spPr>
      </p:pic>
    </p:spTree>
    <p:extLst>
      <p:ext uri="{BB962C8B-B14F-4D97-AF65-F5344CB8AC3E}">
        <p14:creationId xmlns:p14="http://schemas.microsoft.com/office/powerpoint/2010/main" val="33574779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B14E7-4F9C-3302-6F68-D90006FA9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>
                <a:solidFill>
                  <a:schemeClr val="tx2"/>
                </a:solidFill>
              </a:rPr>
              <a:t>אז מסתבר שלא כולם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5" name="Content Placeholder 34">
            <a:extLst>
              <a:ext uri="{FF2B5EF4-FFF2-40B4-BE49-F238E27FC236}">
                <a16:creationId xmlns:a16="http://schemas.microsoft.com/office/drawing/2014/main" id="{0FDD2F86-4949-7900-644F-19671C8DE5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algn="r" rt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he-IL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יש כאלה, בינינו, שסוסים גורמים להם לרגשות לא נעימים.</a:t>
            </a:r>
          </a:p>
          <a:p>
            <a:pPr marL="0" marR="0" lvl="0" indent="0" algn="r" rt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he-IL" sz="3200" dirty="0"/>
              <a:t>	</a:t>
            </a:r>
          </a:p>
          <a:p>
            <a:pPr marL="0" marR="0" lvl="0" indent="0" algn="r" rt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he-IL" sz="3200" dirty="0"/>
              <a:t>אבל לא התכנסו כאן </a:t>
            </a:r>
            <a:r>
              <a:rPr lang="he-IL" sz="3200" dirty="0" err="1"/>
              <a:t>להאקתון</a:t>
            </a:r>
            <a:r>
              <a:rPr lang="he-IL" sz="3200" dirty="0"/>
              <a:t> בשביל לדבר על סוסים, נכון?</a:t>
            </a:r>
          </a:p>
          <a:p>
            <a:pPr marL="0" marR="0" lvl="0" indent="0" algn="r" rt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  <a:tabLst>
                <a:tab pos="457200" algn="l"/>
              </a:tabLst>
            </a:pPr>
            <a:endParaRPr lang="he-IL" sz="3200" dirty="0"/>
          </a:p>
          <a:p>
            <a:pPr marL="0" marR="0" lvl="0" indent="0" algn="r" rt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he-IL" sz="2400" dirty="0"/>
              <a:t>(בואו נקווה שלא נראה עוד סוסים)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956772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4165A-E616-E9B6-BE3B-704697300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lang="he-IL" dirty="0">
                <a:solidFill>
                  <a:srgbClr val="C00000"/>
                </a:solidFill>
              </a:rPr>
              <a:t>אסונות וחירום בימינו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05E02-38F4-FA6F-27BD-ADDCF90660B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ctr" rtl="1">
              <a:buNone/>
            </a:pPr>
            <a:r>
              <a:rPr lang="he-IL" sz="4000" u="sng" dirty="0"/>
              <a:t>כיום</a:t>
            </a:r>
          </a:p>
          <a:p>
            <a:pPr marL="0" indent="0" algn="ctr" rtl="1">
              <a:buNone/>
            </a:pPr>
            <a:endParaRPr lang="he-IL" dirty="0"/>
          </a:p>
          <a:p>
            <a:pPr marL="0" indent="0" algn="ctr" rtl="1">
              <a:buNone/>
            </a:pPr>
            <a:endParaRPr lang="he-IL" dirty="0"/>
          </a:p>
          <a:p>
            <a:pPr marL="0" indent="0" algn="ctr" rtl="1">
              <a:buNone/>
            </a:pPr>
            <a:endParaRPr lang="he-IL" dirty="0"/>
          </a:p>
          <a:p>
            <a:pPr marL="0" indent="0" algn="ctr" rtl="1">
              <a:buNone/>
            </a:pPr>
            <a:endParaRPr lang="he-IL" dirty="0"/>
          </a:p>
          <a:p>
            <a:pPr marL="0" indent="0" algn="ctr" rtl="1">
              <a:buNone/>
            </a:pPr>
            <a:endParaRPr lang="he-IL" dirty="0"/>
          </a:p>
          <a:p>
            <a:pPr marL="0" indent="0" algn="ctr" rtl="1">
              <a:buNone/>
            </a:pPr>
            <a:endParaRPr lang="he-IL" sz="2400" dirty="0"/>
          </a:p>
          <a:p>
            <a:pPr marL="0" indent="0" algn="ctr" rtl="1">
              <a:buNone/>
            </a:pPr>
            <a:r>
              <a:rPr lang="he-IL" sz="2400" dirty="0"/>
              <a:t>אנחנו חיים במאה ה21, </a:t>
            </a:r>
            <a:r>
              <a:rPr lang="he-IL" sz="2400" dirty="0" err="1"/>
              <a:t>הכל</a:t>
            </a:r>
            <a:r>
              <a:rPr lang="he-IL" sz="2400" dirty="0"/>
              <a:t> נגיש, והכל נמצא בכל מקום, ואנחנו נוכחים בכל מקום</a:t>
            </a:r>
          </a:p>
          <a:p>
            <a:pPr marL="0" indent="0" algn="ctr" rtl="1">
              <a:buNone/>
            </a:pPr>
            <a:r>
              <a:rPr lang="he-IL" sz="2400" dirty="0"/>
              <a:t>,וכל אסון!</a:t>
            </a:r>
          </a:p>
          <a:p>
            <a:pPr marL="0" indent="0" algn="ctr" rtl="1">
              <a:buNone/>
            </a:pPr>
            <a:endParaRPr lang="en-US" dirty="0"/>
          </a:p>
          <a:p>
            <a:pPr marL="0" indent="0" algn="ctr" rtl="1">
              <a:buNone/>
            </a:pPr>
            <a:endParaRPr lang="he-IL" dirty="0"/>
          </a:p>
          <a:p>
            <a:pPr marL="0" indent="0" algn="ctr" rtl="1">
              <a:buNone/>
            </a:pPr>
            <a:endParaRPr lang="he-IL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B98C05-CCDB-9603-B5FA-B12F0E0B24B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pPr marL="0" indent="0" algn="ctr" rtl="1">
              <a:buNone/>
            </a:pPr>
            <a:r>
              <a:rPr lang="he-IL" sz="4000" u="sng" dirty="0">
                <a:latin typeface="ADLaM Display" panose="020F0502020204030204" pitchFamily="2" charset="0"/>
                <a:ea typeface="ADLaM Display" panose="020F0502020204030204" pitchFamily="2" charset="0"/>
              </a:rPr>
              <a:t>בעבר</a:t>
            </a:r>
          </a:p>
          <a:p>
            <a:pPr marL="0" indent="0" algn="ctr" rtl="1">
              <a:buNone/>
            </a:pPr>
            <a:endParaRPr lang="he-IL" dirty="0"/>
          </a:p>
          <a:p>
            <a:pPr marL="0" indent="0" algn="ctr" rtl="1">
              <a:buNone/>
            </a:pPr>
            <a:endParaRPr lang="he-IL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91D1C3A-82A7-52F2-5423-A13CE423E3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8019" y="2666317"/>
            <a:ext cx="3375797" cy="2341959"/>
          </a:xfrm>
          <a:prstGeom prst="rect">
            <a:avLst/>
          </a:prstGeom>
        </p:spPr>
      </p:pic>
      <p:pic>
        <p:nvPicPr>
          <p:cNvPr id="10" name="Picture 9" descr="A person looking at a cellphone&#10;&#10;Description automatically generated">
            <a:extLst>
              <a:ext uri="{FF2B5EF4-FFF2-40B4-BE49-F238E27FC236}">
                <a16:creationId xmlns:a16="http://schemas.microsoft.com/office/drawing/2014/main" id="{F12760A7-4C04-EB35-F515-FCB2F3620D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8269" y="2666317"/>
            <a:ext cx="3553947" cy="2341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182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A8CCCB6D-5162-4AAE-A5E3-3AC55410D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BCD8C04-CC7B-40EF-82EB-E9821F79BB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70" y="2458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A person holding a phone&#10;&#10;Description automatically generated">
            <a:extLst>
              <a:ext uri="{FF2B5EF4-FFF2-40B4-BE49-F238E27FC236}">
                <a16:creationId xmlns:a16="http://schemas.microsoft.com/office/drawing/2014/main" id="{564A5C8F-D1CF-A948-E24E-83D2F6D455C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" r="4343" b="2"/>
          <a:stretch/>
        </p:blipFill>
        <p:spPr>
          <a:xfrm>
            <a:off x="-170" y="10"/>
            <a:ext cx="8450317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0975549-1B2E-DB5D-3B0E-1D95476CB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8" y="643467"/>
            <a:ext cx="4797776" cy="456713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rtl="1"/>
            <a:r>
              <a:rPr lang="en-US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TF </a:t>
            </a:r>
            <a:r>
              <a:rPr lang="he-IL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נכנסת</a:t>
            </a:r>
            <a:r>
              <a:rPr lang="en-US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לתמונה</a:t>
            </a:r>
            <a:r>
              <a:rPr lang="en-US" dirty="0">
                <a:solidFill>
                  <a:srgbClr val="FFFFFF"/>
                </a:solidFill>
              </a:rPr>
              <a:t>!</a:t>
            </a:r>
            <a:br>
              <a:rPr lang="he-IL" dirty="0">
                <a:solidFill>
                  <a:srgbClr val="FFFFFF"/>
                </a:solidFill>
              </a:rPr>
            </a:br>
            <a:r>
              <a:rPr lang="he-IL" dirty="0">
                <a:solidFill>
                  <a:srgbClr val="FFFFFF"/>
                </a:solidFill>
              </a:rPr>
              <a:t>בהורדת התוכנה, הפעלתה, תנו לה לעבוד!</a:t>
            </a:r>
            <a:endParaRPr lang="en-US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6964C4E-1D1C-44E1-58B9-029A1F32FB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2"/>
          <a:stretch/>
        </p:blipFill>
        <p:spPr>
          <a:xfrm>
            <a:off x="5907520" y="-2458"/>
            <a:ext cx="6281261" cy="685800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145764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1067A-7C3F-1213-AF41-EDE6FF78D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>
                <a:solidFill>
                  <a:schemeClr val="tx2"/>
                </a:solidFill>
              </a:rPr>
              <a:t>למה </a:t>
            </a:r>
            <a:r>
              <a:rPr lang="en-US" dirty="0">
                <a:solidFill>
                  <a:schemeClr val="tx2"/>
                </a:solidFill>
              </a:rPr>
              <a:t>TF</a:t>
            </a:r>
            <a:r>
              <a:rPr lang="he-IL" dirty="0">
                <a:solidFill>
                  <a:schemeClr val="tx2"/>
                </a:solidFill>
              </a:rPr>
              <a:t>?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52DF54-7233-BCD1-D238-A8A7601A61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518340"/>
          </a:xfrm>
        </p:spPr>
        <p:txBody>
          <a:bodyPr>
            <a:normAutofit fontScale="77500" lnSpcReduction="20000"/>
          </a:bodyPr>
          <a:lstStyle/>
          <a:p>
            <a:pPr algn="ctr"/>
            <a:r>
              <a:rPr lang="he-IL" sz="4000" u="sng" dirty="0">
                <a:latin typeface="Hadassah Friedlaender" panose="02020603050405020304" pitchFamily="18" charset="-79"/>
                <a:cs typeface="Hadassah Friedlaender" panose="02020603050405020304" pitchFamily="18" charset="-79"/>
              </a:rPr>
              <a:t>כאלה שלא מנסות אפילו</a:t>
            </a:r>
            <a:endParaRPr lang="en-US" sz="4000" u="sng" dirty="0">
              <a:latin typeface="Hadassah Friedlaender" panose="02020603050405020304" pitchFamily="18" charset="-79"/>
              <a:cs typeface="Hadassah Friedlaender" panose="02020603050405020304" pitchFamily="18" charset="-79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5529CF-7006-79EC-B67C-CC309F74A8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59512" y="1375591"/>
            <a:ext cx="5183188" cy="823912"/>
          </a:xfrm>
        </p:spPr>
        <p:txBody>
          <a:bodyPr>
            <a:normAutofit fontScale="77500" lnSpcReduction="20000"/>
          </a:bodyPr>
          <a:lstStyle/>
          <a:p>
            <a:pPr algn="r"/>
            <a:r>
              <a:rPr lang="he-IL" sz="4000" u="sng" dirty="0">
                <a:latin typeface="Hadassah Friedlaender" panose="02020603050405020304" pitchFamily="18" charset="-79"/>
                <a:cs typeface="Hadassah Friedlaender" panose="02020603050405020304" pitchFamily="18" charset="-79"/>
              </a:rPr>
              <a:t>אפליקציות שמנסות לסנן תוכן</a:t>
            </a:r>
            <a:endParaRPr lang="en-US" sz="4000" u="sng" dirty="0">
              <a:latin typeface="Hadassah Friedlaender" panose="02020603050405020304" pitchFamily="18" charset="-79"/>
              <a:cs typeface="Hadassah Friedlaender" panose="02020603050405020304" pitchFamily="18" charset="-79"/>
            </a:endParaRPr>
          </a:p>
        </p:txBody>
      </p:sp>
      <p:pic>
        <p:nvPicPr>
          <p:cNvPr id="12" name="Content Placeholder 11" descr="A blue square with a white letter f&#10;&#10;Description automatically generated">
            <a:extLst>
              <a:ext uri="{FF2B5EF4-FFF2-40B4-BE49-F238E27FC236}">
                <a16:creationId xmlns:a16="http://schemas.microsoft.com/office/drawing/2014/main" id="{DB85FC7A-60BE-808D-FF55-70D30C83DB23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7378" y="2833108"/>
            <a:ext cx="1191783" cy="1191783"/>
          </a:xfrm>
        </p:spPr>
      </p:pic>
      <p:pic>
        <p:nvPicPr>
          <p:cNvPr id="24" name="Content Placeholder 23" descr="A logo of a camera&#10;&#10;Description automatically generated">
            <a:extLst>
              <a:ext uri="{FF2B5EF4-FFF2-40B4-BE49-F238E27FC236}">
                <a16:creationId xmlns:a16="http://schemas.microsoft.com/office/drawing/2014/main" id="{AAF4B76E-985A-8694-AD0B-3D3B892BDC2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3130" y="4187034"/>
            <a:ext cx="1191782" cy="1191782"/>
          </a:xfrm>
        </p:spPr>
      </p:pic>
      <p:pic>
        <p:nvPicPr>
          <p:cNvPr id="26" name="Picture 25" descr="A green and white logo&#10;&#10;Description automatically generated">
            <a:extLst>
              <a:ext uri="{FF2B5EF4-FFF2-40B4-BE49-F238E27FC236}">
                <a16:creationId xmlns:a16="http://schemas.microsoft.com/office/drawing/2014/main" id="{90C58E74-3F53-1635-BBCF-C6BF1CDD227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7591" y="2644783"/>
            <a:ext cx="2453524" cy="1380107"/>
          </a:xfrm>
          <a:prstGeom prst="rect">
            <a:avLst/>
          </a:prstGeom>
        </p:spPr>
      </p:pic>
      <p:pic>
        <p:nvPicPr>
          <p:cNvPr id="28" name="Picture 27" descr="A paper airplane in a blue circle&#10;&#10;Description automatically generated">
            <a:extLst>
              <a:ext uri="{FF2B5EF4-FFF2-40B4-BE49-F238E27FC236}">
                <a16:creationId xmlns:a16="http://schemas.microsoft.com/office/drawing/2014/main" id="{740E71D0-2CDD-A2DC-3806-50A9FFF2CE2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2331" y="4187034"/>
            <a:ext cx="1284456" cy="1284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456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E078B-AF9E-AB4B-37EB-01E133FC9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dirty="0"/>
              <a:t>התהליך שעברנו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D1876-A231-0835-7A06-EAEB5DD7AF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he-IL" dirty="0"/>
              <a:t>מהפגישה הראשונה </a:t>
            </a:r>
            <a:r>
              <a:rPr lang="he-IL" dirty="0" err="1"/>
              <a:t>והבריינסטרומינג</a:t>
            </a:r>
            <a:r>
              <a:rPr lang="he-IL" dirty="0"/>
              <a:t>, עד החלטה על רעיון אתמול חלוקת משימות והננו כאן.</a:t>
            </a:r>
          </a:p>
          <a:p>
            <a:pPr marL="0" indent="0" algn="r">
              <a:buNone/>
            </a:pPr>
            <a:endParaRPr lang="he-IL" dirty="0"/>
          </a:p>
          <a:p>
            <a:pPr marL="0" indent="0" algn="r">
              <a:buNone/>
            </a:pPr>
            <a:endParaRPr lang="he-IL" dirty="0"/>
          </a:p>
          <a:p>
            <a:pPr marL="0" indent="0" algn="r">
              <a:buNone/>
            </a:pPr>
            <a:r>
              <a:rPr lang="he-IL" dirty="0"/>
              <a:t>אנחנו מודים למועדון על האפשרות לקחת חלק </a:t>
            </a:r>
            <a:r>
              <a:rPr lang="he-IL" dirty="0" err="1"/>
              <a:t>בהאקתון</a:t>
            </a:r>
            <a:r>
              <a:rPr lang="he-IL" dirty="0"/>
              <a:t>. </a:t>
            </a:r>
          </a:p>
          <a:p>
            <a:pPr marL="0" indent="0" algn="r">
              <a:buNone/>
            </a:pPr>
            <a:r>
              <a:rPr lang="he-IL" dirty="0"/>
              <a:t>תודה רבה, אנחנו צוות 19.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5578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A1194-EAB9-6575-B9FD-28040DBCF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dirty="0"/>
              <a:t>זוכרים את הסוסים ממקודם?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F8E3E1-CE8C-0461-31BF-7B1F274809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dirty="0">
                <a:hlinkClick r:id="rId2"/>
              </a:rPr>
              <a:t>https://cooperandgracie.com/blogs/infos/how-long-do-horses-live</a:t>
            </a:r>
            <a:endParaRPr lang="he-IL" dirty="0"/>
          </a:p>
          <a:p>
            <a:pPr marL="0" indent="0" algn="r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5118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A52A22E-726D-4048-F3BD-50AD18D58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שאלות?</a:t>
            </a:r>
            <a:br>
              <a:rPr lang="he-IL" dirty="0"/>
            </a:b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5EC786-F28E-B96D-C15B-7AD060DE2B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29068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BBC44-2B6D-D012-EAC0-4E0FFB9DD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dirty="0"/>
              <a:t>פרטים טכניים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208D33-6DED-7681-3DF8-62934B445C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he-IL" dirty="0"/>
              <a:t>זמן עיבוד תמונה רגיל: 0.2 שניות( לכן נבצע בדיקה מדגמית על המסך 0.4 שניות).</a:t>
            </a:r>
          </a:p>
          <a:p>
            <a:pPr marL="0" indent="0" algn="r" rtl="1">
              <a:buNone/>
            </a:pPr>
            <a:r>
              <a:rPr lang="he-IL" dirty="0"/>
              <a:t>ה</a:t>
            </a:r>
            <a:r>
              <a:rPr lang="en-US" dirty="0"/>
              <a:t>demo </a:t>
            </a:r>
            <a:r>
              <a:rPr lang="he-IL" dirty="0"/>
              <a:t> נבנה עבור </a:t>
            </a:r>
            <a:r>
              <a:rPr lang="en-US" dirty="0"/>
              <a:t>chrome</a:t>
            </a:r>
            <a:r>
              <a:rPr lang="he-IL" dirty="0"/>
              <a:t> אך התוכנה </a:t>
            </a:r>
            <a:r>
              <a:rPr lang="he-IL" dirty="0" err="1"/>
              <a:t>הפינאלית</a:t>
            </a:r>
            <a:r>
              <a:rPr lang="he-IL" dirty="0"/>
              <a:t> היא עבור כל מסך וסוג משתמש.</a:t>
            </a:r>
          </a:p>
          <a:p>
            <a:pPr marL="0" indent="0" algn="r" rtl="1">
              <a:buNone/>
            </a:pPr>
            <a:r>
              <a:rPr lang="he-IL" dirty="0"/>
              <a:t>השתמשנו במודל </a:t>
            </a:r>
            <a:r>
              <a:rPr lang="en-US" dirty="0" err="1"/>
              <a:t>ImageAI</a:t>
            </a:r>
            <a:r>
              <a:rPr lang="he-IL" dirty="0"/>
              <a:t> אשר ניתן לאימון עבור קונספט של תמונות מסוים.</a:t>
            </a:r>
          </a:p>
          <a:p>
            <a:pPr marL="0" indent="0" algn="r" rtl="1">
              <a:buNone/>
            </a:pPr>
            <a:r>
              <a:rPr lang="he-IL" dirty="0"/>
              <a:t> התכנות נעשה ב</a:t>
            </a:r>
            <a:r>
              <a:rPr lang="en-US" dirty="0"/>
              <a:t>python 3.10 </a:t>
            </a:r>
            <a:r>
              <a:rPr lang="he-IL" dirty="0"/>
              <a:t> ו</a:t>
            </a:r>
            <a:r>
              <a:rPr lang="en-US" dirty="0" err="1"/>
              <a:t>javascript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1736678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TM02900688[[fn=Facet]]</Template>
  <TotalTime>642</TotalTime>
  <Words>368</Words>
  <Application>Microsoft Office PowerPoint</Application>
  <PresentationFormat>מסך רחב</PresentationFormat>
  <Paragraphs>57</Paragraphs>
  <Slides>10</Slides>
  <Notes>7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7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10</vt:i4>
      </vt:variant>
    </vt:vector>
  </HeadingPairs>
  <TitlesOfParts>
    <vt:vector size="18" baseType="lpstr">
      <vt:lpstr>ADLaM Display</vt:lpstr>
      <vt:lpstr>Aptos</vt:lpstr>
      <vt:lpstr>Arial</vt:lpstr>
      <vt:lpstr>Baskerville Old Face</vt:lpstr>
      <vt:lpstr>Calibri</vt:lpstr>
      <vt:lpstr>Calibri Light</vt:lpstr>
      <vt:lpstr>Hadassah Friedlaender</vt:lpstr>
      <vt:lpstr>Office Theme</vt:lpstr>
      <vt:lpstr>Trigger Filter TF</vt:lpstr>
      <vt:lpstr>שאלה: האם כולם בסדר עם סוסים במסך שלהם?</vt:lpstr>
      <vt:lpstr>אז מסתבר שלא כולם</vt:lpstr>
      <vt:lpstr>אסונות וחירום בימינו</vt:lpstr>
      <vt:lpstr>TF  נכנסת לתמונה! בהורדת התוכנה, הפעלתה, תנו לה לעבוד!</vt:lpstr>
      <vt:lpstr>למה TF?</vt:lpstr>
      <vt:lpstr>התהליך שעברנו</vt:lpstr>
      <vt:lpstr>זוכרים את הסוסים ממקודם?</vt:lpstr>
      <vt:lpstr>שאלות? </vt:lpstr>
      <vt:lpstr>פרטים טכניים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Hila Zavita</dc:creator>
  <cp:lastModifiedBy>Avner Fivelovich</cp:lastModifiedBy>
  <cp:revision>14</cp:revision>
  <dcterms:created xsi:type="dcterms:W3CDTF">2024-07-25T12:51:00Z</dcterms:created>
  <dcterms:modified xsi:type="dcterms:W3CDTF">2024-07-26T02:17:19Z</dcterms:modified>
</cp:coreProperties>
</file>